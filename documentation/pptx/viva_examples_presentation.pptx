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Modeling Examples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scaffolding presentation for the Viva language project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0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four representative examples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project • Alexandre Scherer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Life Planning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Example from Genesis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young man planning for potential child birth, ongoing savings, and life insurance protection. Demonstrates basic life declarations, probabilistic events, and triggered flows.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060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life: Paul, man, born 4/5/2005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event: child_birth, in the next 10 years, uniform annual probability 80%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child_expense, -20k, upon child_birth, for 20 years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saving, 1k per 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insurance, 1m, upon Paul.death</a:t>
            </a:r>
            <a:endParaRPr lang="en-US" sz="900" dirty="0"/>
          </a:p>
        </p:txBody>
      </p:sp>
      <p:pic>
        <p:nvPicPr>
          <p:cNvPr id="8" name="Image 0" descr="/Users/alex/.grok/sessions/%2FUsers%2Falex/019e8e01-e0a0-7ae0-84d9-846cb1f90359/images/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731520"/>
            <a:ext cx="320040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Planning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Financial Security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 person's career income, retirement savings contributions (401k + Roth IRA), and post-retirement income streams including Social Security and phased withdrawals, plus late-life healthcare costs.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060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life: Alex, person, born 1/1/1980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salary, 150k per year, until retirement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401k_contribution, -20k per year, until retirement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event: retirement, at age 65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social_security, 25k per year, upon retirement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401k_withdrawal, 60k per year, upon retirement, for 30 years</a:t>
            </a:r>
            <a:endParaRPr lang="en-US" sz="900" dirty="0"/>
          </a:p>
        </p:txBody>
      </p:sp>
      <p:pic>
        <p:nvPicPr>
          <p:cNvPr id="8" name="Image 0" descr="/Users/alex/.grok/sessions/%2FUsers%2Falex/019e8e01-e0a0-7ae0-84d9-846cb1f90359/images/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731520"/>
            <a:ext cx="320040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&amp; Education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Multi-Generational Planning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 of three planning for childbirth, K-12 education, college tuition, housing, childcare, and life insurance across multiple lives. Shows complex event timing and multi-life interactions.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060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life: Jordan, person, born 6/15/1990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life: Spouse, person, born 3/22/1992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life: Child, person, born 9/1/2028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event: child_birth, in 2028, probability 100%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event: child_college, at age 18 for Child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childcare, -25k per year, upon child_birth, for 5 years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college_tuition, -50k per year, upon child_college, for 4 years</a:t>
            </a:r>
            <a:endParaRPr lang="en-US" sz="900" dirty="0"/>
          </a:p>
        </p:txBody>
      </p:sp>
      <p:pic>
        <p:nvPicPr>
          <p:cNvPr id="8" name="Image 0" descr="/Users/alex/.grok/sessions/%2FUsers%2Falex/019e8e01-e0a0-7ae0-84d9-846cb1f90359/images/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731520"/>
            <a:ext cx="320040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 Cash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Entrepreneurial Finance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 small business startup: revenue streams, operating expenses, loans, taxes, owner compensation, equipment purchases, and low-probability risk events (e.g. insurance payout on fire).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060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life: Owner, person, born 2/10/1975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event: business_start, year 2025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event: expansion, in 3 years after start, probability 60%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product_sales, 500k per year, upon business_start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salaries, -250k per year, upon business_start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startup_loan, 200k, upon business_start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loan_repayment, -25k per year, for 10 years</a:t>
            </a:r>
            <a:endParaRPr lang="en-US" sz="900" dirty="0"/>
          </a:p>
        </p:txBody>
      </p:sp>
      <p:pic>
        <p:nvPicPr>
          <p:cNvPr id="8" name="Image 0" descr="/Users/alex/.grok/sessions/%2FUsers%2Falex/019e8e01-e0a0-7ae0-84d9-846cb1f90359/images/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731520"/>
            <a:ext cx="320040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Viva: Cash Flow Examples</dc:title>
  <dc:subject>Scaffolding presentation introducing Viva language examples</dc:subject>
  <dc:creator>Grok for Alexandre Scherer</dc:creator>
  <cp:lastModifiedBy>Grok for Alexandre Scherer</cp:lastModifiedBy>
  <cp:revision>1</cp:revision>
  <dcterms:created xsi:type="dcterms:W3CDTF">2026-06-03T20:25:16Z</dcterms:created>
  <dcterms:modified xsi:type="dcterms:W3CDTF">2026-06-03T20:25:16Z</dcterms:modified>
</cp:coreProperties>
</file>